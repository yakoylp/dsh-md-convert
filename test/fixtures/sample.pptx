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</a:rPr>
              <a:t>演示标题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363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</a:rPr>
              <a:t>要点一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</a:rPr>
              <a:t>要点二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</a:rPr>
              <a:t>要点三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</a:rPr>
              <a:t>第二页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363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</a:rPr>
              <a:t>子项A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</a:rPr>
              <a:t>子项B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演示文稿</dc:title>
  <dc:subject>PptxGenJS Presentation</dc:subject>
  <dc:creator>dsh-office</dc:creator>
  <cp:lastModifiedBy>dsh-office</cp:lastModifiedBy>
  <cp:revision>1</cp:revision>
  <dcterms:created xsi:type="dcterms:W3CDTF">2026-08-27T14:13:21Z</dcterms:created>
  <dcterms:modified xsi:type="dcterms:W3CDTF">2026-08-27T14:13:21Z</dcterms:modified>
</cp:coreProperties>
</file>